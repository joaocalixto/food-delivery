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pergunta: o dashboard da Aula 9 responde 'está de pé?'. Hoje a pergunta muda. Criar a conta Datadog ANTES da aula (trial 14 dias).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ela responder. As respostas em seta são o gabarito. Esse gap é a aula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condutora do curso: qual dos três problemas (escala, desacoplamento, dado especial) o Datadog resolve? Nenhum diretamente — ele resolve o quarto problema que aparece com &gt;3 serviços: ninguém mais consegue VER o sistema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FOOD DELIVERY · OBSERVABILIDADE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“está de pé?” ao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aconteceu com o pedido 42?”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80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 e traces com Datadog em cima da stack que você já publicou e roda: Agent, APM, DogStatsD e monitores — e um incidente de propósito para ver tudo funcionando.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</a:t>
            </a:r>
            <a:pPr indent="0" marL="0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Duração: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min</a:t>
            </a:r>
            <a:pPr indent="0" marL="0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Pré-requisito: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food-delivery rodando + conta Datadog (trial)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próximos 110 minutos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84048" cy="384048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0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3350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paramos na Aula 10 e o gap que o dashboard de health deixa.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9385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1993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× observabilidade, os três pilares, como o Datadog encaixa, RED e cardinalidade.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384048" cy="384048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596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26517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passos: conta e Agent → logs → APM (trace atravessando a fila) → métrica + monitor → quebrar de propósito.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2552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33101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prática, para ela fazer sozinha: gargalo no trace, cache visível, filtro de log, dashboard 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39684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para verbalizar, tarefa da semana, rubrica e a ponte para a próxima aula.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· 15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paramos: Aula 10 — publicar e operar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última aula a stack deixou de ser “só na minha máquina”. O que você fez: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5564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7373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Publicou no Docker Hub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214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restaurant-service:v2 com build multi-arch (amd64 + arm64). A v1 tinha o bug de LazyInitialization em /restaurants; a v2 corrige.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75564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17373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Documentou a imagem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214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do Docker Hub (DOCKERHUB.md) deixando claro: a imagem não funciona sozinha — precisa de Postgres + Redis, e o compose completo vai junto.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75564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17373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Puxou e rodou sem código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1214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outra pasta, só com docker-compose.yml + init.sql (PULL-E-RODAR.md). /actuator/health DOWN quando faltava dependência.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de abertura — pergunte antes de começar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7588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dashboard da Aula 9 lê o /actuator/health a cada 3 s. Que pergunta ele responde?  → está de pé.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pergunta ele NÃO responde?  → por que o POST /orders demorou 4 s ontem às 19h? quantos pedidos falharam? qual serviço da cadeia quebrou?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notification-service cair, o cliente percebe? Como você ficaria sabendo?  → hoje: só olhando o log. Ninguém te avisa.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dashboard caseiro responde — e o que não responde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(Aula 9)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está UP ou DOWN agora?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dependência (Postgres, Redis, RabbitMQ) o serviço acusa como DOWN?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parar um container, o card fica vermelho em ~3 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0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RESPONDE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POST /orders demorou 4 s ontem às 19h?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pedidos falharam na última hora? Para qual restaurante?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dos 5 serviços da cadeia o pedido 42 travou?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 avisa às 3h da manhã?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25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× observabilidade, os três pilares, o que amarra os três, e como o Datadog se encaixa na stack.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× Observabilidade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01368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que você já sabia fazer antes: “CPU &gt; 80%?”, “health UP?”.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dashboard da Aula 9. Útil, mas só enxerga o que alguém previu.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DE7F7"/>
          </a:solidFill>
          <a:ln w="12700">
            <a:solidFill>
              <a:srgbClr val="EDE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01368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Conseguir responder perguntas NOVAS sobre o sistema só olhando o que ele emite — sem debugger, sem docker exec.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“Os pedidos do restaurante 3 estão mais lentos que os outros?” Ninguém previu a pergunta; os dados permitem responder.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bolso: se para responder você precisa entrar no container, o sistema não é observável.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pilares — e a pergunta que cada um responde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agregados no tempo: contador, gauge, histograma.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16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Quanto? Com que frequência? Tendência?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FOOD DELIVERY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393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pedidos/min · p95 do POST /orders · tamanho da fila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discretos, com contexto.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606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816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exatamente naquele momento?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429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FOOD DELIVERY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6393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“Pedido 42 criado” · stacktrace do AmqpConnectException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2344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UMA requisição atravessando vários serviços (spans).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606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816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tempo foi gasto? Qual serviço quebrou a cadeia?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429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FOOD DELIVERY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6393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→ order-service → Postgres → RabbitMQ → processor / delivery / notification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amarra os três: tags unificadas + trace_id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ferramentas separadas não são observabilidade. Correlação é: de uma métrica com pico você cai nos traces lentos; de um trace você cai nos logs daquela requisição.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erros em order-service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0" y="2322576"/>
            <a:ext cx="365760" cy="201168"/>
          </a:xfrm>
          <a:prstGeom prst="right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74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POST /orders vermelhos daquele minuto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322576"/>
            <a:ext cx="365760" cy="201168"/>
          </a:xfrm>
          <a:prstGeom prst="right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74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86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AmqpConnectException com o mesmo dd.trace_id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 não funciona: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57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unificadas em TUDO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416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· service · version em cada métrica, log e trace. No compose: DD_ENV=aula, DD_SERVICE=order-service, DD_VERSION=v2.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5204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657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injetado no log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0416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DD_LOGS_INJECTION=true põe dd.trace_id / dd.span_id no MDC. Com log em JSON, o Datadog liga log ↔ trace sozinho.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Datadog encaixa na nossa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4F2FA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DO DOCKER COMPOSE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order-processor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69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12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55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0" y="1572768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5727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74520" y="2057400"/>
            <a:ext cx="274320" cy="320040"/>
          </a:xfrm>
          <a:prstGeom prst="downArrow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(stdout)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43400" y="2057400"/>
            <a:ext cx="274320" cy="320040"/>
          </a:xfrm>
          <a:prstGeom prst="downArrow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 →  :8126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dd-java-agent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12280" y="2057400"/>
            <a:ext cx="274320" cy="320040"/>
          </a:xfrm>
          <a:prstGeom prst="downArrow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 →  :8125/udp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DogStatsD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14600" y="25146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4600" y="2514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datadog-agent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container “sidecar” da stack · a única peça que conhece a DD_API_KEY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34840" y="3429000"/>
            <a:ext cx="274320" cy="320040"/>
          </a:xfrm>
          <a:prstGeom prst="down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DD_API_KEY · DD_SITE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384048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1460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SaaS  ·  APM · Logs · Metrics · Monitors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5204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dd-java-agent.jar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-javaagent na JVM. Sem mudar código gera spans de HTTP, JDBC, Redis, RabbitMQ — e propaga o contexto nos headers AMQP: o trace atravessa a fila.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DogStatsD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simples para métricas de negócio que o auto-instrument não sabe: orders.created por restaurante.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para a prática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Rate, Errors, Duration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013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métricas que todo serviço HTTP precisa ter num dashboard. O APM do Datadog gera as três sozinho para cada serviço.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= alerta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013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condição sobre métrica, log ou trace que notifica alguém. “Error rate do order-service &gt; 5% por 5 min → e-mail.”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63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sobre uma métrica: “99% dos POST /orders em &lt; 500 ms no mês”. O que sobra é o error budget.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063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restaurant_id (dezenas de valores) é ok. Tag order_id (infinito) em métrica é o erro clássico — vira custo e lentidão. Isso vai em log/trace.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50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passos. Você digita, eu guio. Cada passo tem um checkpoint visível no Datadog antes de avançar — se travar, o problema quase sempre é DD_SITE ou DD_API_KEY.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5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Conta, API key e .env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 em datadoghq.com (trial 14 dias). Anotar o site — aparece na URL após o login.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Settings → API Keys → New Key. Copiar.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raiz do food-delivery/: copiar .env.example para .env e preencher.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que .env está no .gitignore. A chave nunca vai para o Git.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37760" y="123444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02352" y="1344168"/>
            <a:ext cx="34198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(raiz do food-delivery/)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DD_API_KEY=cole_sua_api_key_aqui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 que bater com a URL da conta: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app.datadoghq.com     -&gt; datadoghq.com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app.us5.datadoghq.com -&gt; us5.datadoghq.com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app.datadoghq.eu      -&gt; datadoghq.eu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DD_SITE=datadoghq.com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749040"/>
            <a:ext cx="274320" cy="2743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03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.env mostra a chave; git status NÃO mostra o .env.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429768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51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  </a:t>
            </a:r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DD_SITE errado é o erro nº 1 de quem começa: o Agent diz “API Key invalid” ou os dados simplesmente somem.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10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Agent — sem mexer no compose da Aula 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um override de compose (docker-compose.datadog.yml): soma ao docker-compose.yml, não substitui.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55648"/>
            <a:ext cx="4425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docker-compose.yml \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docker-compose.datadog.yml up -d datadog-agent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datadog-agent agent status | head -60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645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ler no agent status, com ela: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93852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status → “API Key valid”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Agent → ligado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Agent → Receiver: 0.0.0.0:8126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DogStatsD → :8125/udp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override liga no Agent: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DD_APM_ENABLED + DD_APM_NON_LOCAL_TRAFFIC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traces dos outros containers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DD_LOGS_ENABLED + CONTAINER_COLLECT_ALL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logs de todos os containers pelo docker.sock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DD_DOGSTATSD_NON_LOCAL_TRAFFIC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métricas custom dos outros containers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3108960"/>
            <a:ext cx="3246120" cy="1005840"/>
          </a:xfrm>
          <a:prstGeom prst="roundRect">
            <a:avLst>
              <a:gd name="adj" fmla="val 5455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3474720"/>
            <a:ext cx="274320" cy="2743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→ Containers lista restaurant-service, order-service, rabbitmq, redis… com CPU/memória ao vivo.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Mini-exercício: docker compose stop redis → o container some da lista em ~1 min. Religar.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10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centralizados — o fan-out numa tela só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stack toda com o override (up -d --build).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tráfego pelo Postman: Register → List restaurants → Create order → Pay → List deliveries.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→ Explorer, filtro service:order-service. Depois service:(order-processor OR delivery-service OR notification-service).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pedido aparece nos três — é o fan-out da Aula 5/6, agora numa timeline só.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246120"/>
            <a:ext cx="274320" cy="2743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 order.created de um POST /orders aparece em 4 serviços na mesma timeline.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12344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EDE7F7"/>
          </a:solidFill>
          <a:ln w="12700">
            <a:solidFill>
              <a:srgbClr val="EDE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imediata: logs em JSON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em texto quebra o stacktrace em 40 linhas e não tem campos. Uma linha no application.yml resolve: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5232" y="235000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structured: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console: logstash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Rebuild, novo tráfego, e agora level, logger_name e message viram facetas filtráveis. Filtre status:error. O MDC (dd.trace_id) entra no JSON de graça.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aula: um serviço sem, outro com — provoque um erro e compare no Explorer.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15 MIN · O PULO DO GATO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APM: um trace atravessando a fila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linhas no Dockerfile (ADD do tracer + -javaagent no ENTRYPOINT). O override já injeta DD_SERVICE, DD_ENV, DD_VERSION, DD_AGENT_HOST e DD_LOGS_INJECTION.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5B6478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691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</a:t>
            </a:r>
            <a:endParaRPr lang="en-US" sz="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38528" y="1938528"/>
            <a:ext cx="182880" cy="201168"/>
          </a:xfrm>
          <a:prstGeom prst="right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6916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21992" y="1691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servlet.request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30168" y="1938528"/>
            <a:ext cx="182880" cy="201168"/>
          </a:xfrm>
          <a:prstGeom prst="right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6916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1691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postgresql.query INSERT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21808" y="1938528"/>
            <a:ext cx="182880" cy="201168"/>
          </a:xfrm>
          <a:prstGeom prst="right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6916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05272" y="1691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amqp.command publish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13448" y="1938528"/>
            <a:ext cx="182880" cy="201168"/>
          </a:xfrm>
          <a:prstGeom prst="rightArrow">
            <a:avLst/>
          </a:prstGeom>
          <a:solidFill>
            <a:srgbClr val="B79CE0"/>
          </a:solidFill>
          <a:ln w="12700">
            <a:solidFill>
              <a:srgbClr val="B79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6916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6912" y="16916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order-processor</a:t>
            </a:r>
            <a:endParaRPr lang="en-US" sz="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amqp.command consume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trace_id · o contexto viaja nos headers AMQP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43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+ uns 10 POST /orders pelo Postman.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→ Services: order-service com Requests, Errors, Latency (RED) já preenchidos.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 trace do POST /orders e ler os spans acima.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→ Service Map: o system design das aulas 4–8 desenhado sozinho a partir do tráfego real.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num span → aba Logs: os logs daquele pedido, com dd.trace_id.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74320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994660"/>
            <a:ext cx="274320" cy="2743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0" y="29946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trace com spans em ≥ 2 serviços; Service Map mostrando order-service → rabbitmq → order-processor.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Service Map com o diagrama que vocês desenharam à mão nas aulas de system design.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ATENÇÃO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é novo demais — tenha o Plano B pronto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A — dd-java-agent (auto-instrumentação)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01368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oficial do tracer lista Spring Boot até 3.x.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HTTP (Tomcat/servlet), JDBC, Lettuce e AMQP costumam instrumentar normalmente — são camadas abaixo do Boot.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antes da aula. Se algum span faltar, vá para o Plano B sem drama.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EDE7F7"/>
          </a:solidFill>
          <a:ln w="12700">
            <a:solidFill>
              <a:srgbClr val="EDE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 — OpenTelemetry nativo do Boot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01368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spring-boot-starter-opentelemetry (nativo do Boot 4).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exporta para o Agent: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management.opentelemetry.tracing.export.otlp.endpoint=http://datadog-agent:4318/v1/traces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override já abre 4317/4318 no Agent (DD_OTLP_CONFIG_RECEIVER_*).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didático: ensinar os dois caminhos — “instrumentação automática por agente” × “OpenTelemetry (padrão aberto)”.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10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negócio, monitor — e quebrar de propósito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OrderMetrics.java no order-service (java-dogstatsd-client) e metrics.orderCreated(restaurantId) no placeOrder. Rebuild.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pedidos para restaurantes diferentes → Metrics Explorer: orders.created, sum by restaurant_id.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→ New → APM: order-service, error rate &gt; 5% nos últimos 5 min, notificar o e-mail dela.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28032" y="1344168"/>
            <a:ext cx="36941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statsd.incrementCounter("orders.created",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"restaurant_id:" + restaurantId);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 restaurant_id ok · order_id NUNCA (cardinalidade)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0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INCIDENTE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D0342C"/>
          </a:solidFill>
          <a:ln w="12700">
            <a:solidFill>
              <a:srgbClr val="D03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rabbitmq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17904" y="3392424"/>
            <a:ext cx="118872" cy="201168"/>
          </a:xfrm>
          <a:prstGeom prst="rightArrow">
            <a:avLst/>
          </a:prstGeom>
          <a:solidFill>
            <a:srgbClr val="E0DCEB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D0342C"/>
          </a:solidFill>
          <a:ln w="12700">
            <a:solidFill>
              <a:srgbClr val="D034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8249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POST /orders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06624" y="3392424"/>
            <a:ext cx="118872" cy="201168"/>
          </a:xfrm>
          <a:prstGeom prst="rightArrow">
            <a:avLst/>
          </a:prstGeom>
          <a:solidFill>
            <a:srgbClr val="E0DCEB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7121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erros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95344" y="3392424"/>
            <a:ext cx="118872" cy="201168"/>
          </a:xfrm>
          <a:prstGeom prst="rightArrow">
            <a:avLst/>
          </a:prstGeom>
          <a:solidFill>
            <a:srgbClr val="E0DCEB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5993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status:error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exceção AMQP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84064" y="3392424"/>
            <a:ext cx="118872" cy="201168"/>
          </a:xfrm>
          <a:prstGeom prst="rightArrow">
            <a:avLst/>
          </a:prstGeom>
          <a:solidFill>
            <a:srgbClr val="E0DCEB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865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vermelho no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amqp.command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72784" y="3392424"/>
            <a:ext cx="118872" cy="201168"/>
          </a:xfrm>
          <a:prstGeom prst="rightArrow">
            <a:avLst/>
          </a:prstGeom>
          <a:solidFill>
            <a:srgbClr val="E0DCEB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D0342C"/>
          </a:solidFill>
          <a:ln w="12700">
            <a:solidFill>
              <a:srgbClr val="D03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→ 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chega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61504" y="3392424"/>
            <a:ext cx="118872" cy="201168"/>
          </a:xfrm>
          <a:prstGeom prst="rightArrow">
            <a:avLst/>
          </a:prstGeom>
          <a:solidFill>
            <a:srgbClr val="E0DCEB"/>
          </a:solidFill>
          <a:ln w="12700">
            <a:solidFill>
              <a:srgbClr val="E0DC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3127248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26096" y="312724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rabbitmq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(recovery)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160520"/>
            <a:ext cx="274320" cy="2743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alerta recebido E e-mail de recovery. Feche com: “na Aula 9, se o RabbitMQ caísse às 3h da manhã, quem saberia? E agora?”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· DURANTE A PRÁTICA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ela fazer sozinha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8988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7160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gargalo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556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 do POST /orders, qual span leva mais tempo — o INSERT no Postgres ou o publish no RabbitMQ? Anotar os 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138988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137160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visível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556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tracer no restaurant-service, chamar GET /restaurants/1 duas vezes. O 2º trace tem span postgresql.query? (Aula 2/4 vista de dentro.)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46888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log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852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no Logs Explorer: só erros do order-service nos últimos 15 min. Salvar como Saved View.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3752" y="248716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7375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76088" y="246888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852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widgets para order-service: requests/s, error rate, latência p95. Um 4º com orders.created por restaurant_id.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584448"/>
            <a:ext cx="310896" cy="310896"/>
          </a:xfrm>
          <a:prstGeom prst="ellipse">
            <a:avLst/>
          </a:prstGeom>
          <a:solidFill>
            <a:srgbClr val="632CA6"/>
          </a:solidFill>
          <a:ln w="12700">
            <a:solidFill>
              <a:srgbClr val="632C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356616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 (discussão)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502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colocar customer_id como tag de orders.created? Onde esse dado deveria ficar? → log/trace.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20 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verbaliza, você não aceita “sim/não”. Depois: tarefa da semana, rubrica e a ponte para a próxima aula.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para ela verbalizar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pergunta cada pilar responde? Um exemplo de cada com o food-delivery.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trace_id e por que ele está no log?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Agent faz e por que só ele conhece a API key?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num incidente às 3h da manhã com e sem monitor?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order_id não pode ser tag de métrica?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123444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 — ESCOLHER COM ELA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e error budget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POST /orders — continua direto daqui.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integração; gancho já existe no roteiro.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ECS + Agent sidecar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stack para a cloud — ela tem conta AWS.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DA SEMANA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e critérios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o payment-service com o tracer E uma métrica payments.declined (contador, tag reason). Gancho: a Aula 6 já recusa amountCents &lt;= 0.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LOG: mais de 3 status:error em payment-service em 5 min.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um incidente (derrubar orders-db), deixar o monitor disparar, corrigir, e escrever um mini post-mortem (≤ 1 página): o que quebrou, como o Datadog mostrou, tempo até detectar, tempo até resolver, o que faria diferente.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DD_VERSION para v3, republicar (fluxo da Aula 10) e comparar latência v2 × v3 no APM (Deployment Tracking).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3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Entregável: branch com Dockerfile, override, OrderMetrics e PaymentMetrics + prints (trace distribuído, Service Map, dashboard RED, e-mail de alerta) + post-mortem.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34440"/>
          <a:ext cx="3657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40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2CA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2CA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sobe; logs + traces + métricas chegam com env/service/version corretos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distribuído atravessando a fila (≥ 2 serviços no mesmo trace)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custom com cardinalidade adequada + dashboard 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que dispara e recupera; post-mortem com tempos de detecção/resolução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AULA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 — leia antes de começar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344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DD_SITE errado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diz “API Key invalid” ou os dados somem. Conferir na URL da conta.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3716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1344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no Git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373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no .env; .env no .gitignore. Se vazar, revogar na hora.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3716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1344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7373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é grátis, mas Datadog cobra por host/container e GB de log. docker compose down no fim; não cadastrar cartão.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3716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1344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-javaagent depois do -jar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373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funciona. Tem que vir antes, como opção da JVM.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9718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multi-linha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337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JSON o stacktrace vira 40 logs. Ligar logging.structured.format.console.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29718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035808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4 recente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337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tracer nos serviços antes; Plano B (OTLP) pronto.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9718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138928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no Mac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337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precisa do docker.sock montado; 7.61+ pode pedir pid: host (o override já faz).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29718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242048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337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tags faz a conta explodir. Métrica = poucas dimensões.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para responder você precisa entrar no container, o sistema não é observável.”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dizem quanto. Logs dizem o quê. Traces dizem onde. Tags e trace_id fazem os três virarem uma resposta só — e o monitor faz alguém acordar às 3h.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docs.datadoghq.com/containers/guide/compose-and-the-datadog-agent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docs.datadoghq.com/tracing/trace_collection/dd_libraries/java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docs.datadoghq.com/opentelemetry/setup/otlp_ingest_in_the_agent  ·  github.com/DataDog/java-dogstatsd-client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— Observabilidade com Datadog — Beatriz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11 — Observabilidade com Datadog</dc:title>
  <dc:subject>PptxGenJS Presentation</dc:subject>
  <dc:creator>João</dc:creator>
  <cp:lastModifiedBy>João</cp:lastModifiedBy>
  <cp:revision>1</cp:revision>
  <dcterms:created xsi:type="dcterms:W3CDTF">2026-09-12T10:02:45Z</dcterms:created>
  <dcterms:modified xsi:type="dcterms:W3CDTF">2026-09-12T10:02:45Z</dcterms:modified>
</cp:coreProperties>
</file>